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B24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3D3DB-C6EE-49AB-8775-EEFED5C84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2EBB084-F5C3-45B9-BB2C-87B605CBE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B2F68-8C67-4799-BBBE-87862E79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3C2E5A-75A6-48C1-B424-3D4891CF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1C9E13-381D-426E-903F-976BBCD8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6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AD828A-23B8-4E2D-B55D-47D00B2A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983C1A-BF93-47E7-B481-93D449D6F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9813D9-2ED4-44F6-ABF7-4FE77974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388114-A1F1-4AEB-B9F7-2ACE1B41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072D0F-1094-46F8-9F6B-A8097DF9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75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9ED49-4909-4F30-86C7-A89B37C9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1CD48D-9F9E-4CA3-B1C4-1FFEBCE81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BA843F-E1B6-4ECB-B922-58BAF4A7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D877B5-A076-4958-ABB6-63F08231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DC5D3C-AA55-4B1B-A230-DCC1AAEB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36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95AE70-80E8-4B67-87C3-583D9F0E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19A3BA-7B2A-4F23-A407-5A95911C0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9197FD-5899-43EA-BA36-729266B85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0EEBFE-F64C-4C87-8E87-50D39A8D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39AB2C-3AC8-4D51-8333-18676186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1F3840-0F36-4E79-821E-151A90F4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45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5577E4-0197-46BD-ABC9-46FA0259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2D722C-B4FC-46D2-8F2A-0FCAAB6F9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4D1F46-2754-4502-818B-15E099A44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9E4F6C3-803B-4530-A52E-10DD8217D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3DE1DA-A64B-4463-923E-9ACC87B1B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4048D90-743E-4766-ACDD-7F5289DD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287D55D-7C8A-499D-9D58-13435AC4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9E9DE98-42B8-439E-BA30-33A7E309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86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96910F-65CB-4A32-83FF-E0D17DFE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2D4C2DF-A4FD-411D-9BEC-929C4E4E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2C478D7-AAA4-4784-8DFF-1969778A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65EF37-01A7-465F-B681-199F1A71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81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BE3AA48-095B-4847-B731-DF35135E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C18466-AB2F-4AA4-A10D-E364BDC4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EBCD0A-09B0-4D25-A056-A3F16D15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9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1D89FC-2F72-4C39-8207-A9A9FEB1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8B56ED-51E0-49F8-9BD0-5BB2B593C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BD0B75-BCDB-4DB7-9780-633872709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BD310A-EFC4-4CE4-8987-C2CD412C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729CCA-3AA5-4963-845F-BD9B99A7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DF3C2E-8099-4E49-82D9-4B292AB0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42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8B4D4-296B-43CA-9700-7C59CBD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29A700-B935-4697-8912-1A74CDD54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02BE49-653E-4048-A24F-9BF503B5E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273073-004D-4C1D-9D3E-7596A462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B65EC5-742A-41CE-A3A3-9B1EF309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998DA8-476B-4334-AA09-4F384CBB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05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C6B37-AFF9-42A8-B803-9FC40376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BFB70B-4420-426B-9287-EDF9228D1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AE8C1B-233F-42A6-8093-52663684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C4113D-0F8F-4F82-BF28-BB3323F1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9FC65A-D183-4F9E-8E93-D7B3D6D4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63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D5ED8F0-0407-46E1-9BF0-E2C2B1ADB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C88A61-D178-4304-9D45-7918002C4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E7926F-AAAF-4309-801F-35E20ABB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36803D-D4E5-4BAF-AF55-DC3915B2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A75934-35A4-467F-A88C-E45E8422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4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Should you borrow against your home? | money.co.uk">
            <a:extLst>
              <a:ext uri="{FF2B5EF4-FFF2-40B4-BE49-F238E27FC236}">
                <a16:creationId xmlns:a16="http://schemas.microsoft.com/office/drawing/2014/main" id="{F3E031C4-9A0F-4CFF-98F3-1966D0A5AF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61" b="2348"/>
          <a:stretch/>
        </p:blipFill>
        <p:spPr bwMode="auto">
          <a:xfrm>
            <a:off x="0" y="0"/>
            <a:ext cx="1216899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0BE717F-EEE2-45F9-A144-6D7B423A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328C02-FE47-4C1B-AB99-2B2CC25EF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B92F78-0FD7-4FB2-98B1-8C3F8592E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60066-A1AB-4A2F-9FBD-D37EACB9233C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6520F1-0131-4FC6-8CF5-653D4EEE9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4E8F45-F190-4860-8F0C-7C43FBFFA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568CB-7E49-45B3-A3B8-FA16A1A9201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112603-2FF2-4A2D-BB39-5D1FC6BFC54B}"/>
              </a:ext>
            </a:extLst>
          </p:cNvPr>
          <p:cNvSpPr/>
          <p:nvPr userDrawn="1"/>
        </p:nvSpPr>
        <p:spPr>
          <a:xfrm>
            <a:off x="-29066" y="0"/>
            <a:ext cx="12221066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6BD8B6-E99B-4FAD-9A8E-C72F124154C8}"/>
              </a:ext>
            </a:extLst>
          </p:cNvPr>
          <p:cNvSpPr/>
          <p:nvPr userDrawn="1"/>
        </p:nvSpPr>
        <p:spPr>
          <a:xfrm>
            <a:off x="-23009" y="0"/>
            <a:ext cx="12192000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34" name="Picture 10" descr="PixArt Imaging Inc.">
            <a:extLst>
              <a:ext uri="{FF2B5EF4-FFF2-40B4-BE49-F238E27FC236}">
                <a16:creationId xmlns:a16="http://schemas.microsoft.com/office/drawing/2014/main" id="{D624B7FC-F41D-4BD1-9DC3-FACAACC84E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6237454"/>
            <a:ext cx="1042906" cy="39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814AB08-5C3C-4E02-A195-88E935BD32E9}"/>
              </a:ext>
            </a:extLst>
          </p:cNvPr>
          <p:cNvSpPr/>
          <p:nvPr userDrawn="1"/>
        </p:nvSpPr>
        <p:spPr>
          <a:xfrm>
            <a:off x="144449" y="168965"/>
            <a:ext cx="11903103" cy="6520070"/>
          </a:xfrm>
          <a:prstGeom prst="rect">
            <a:avLst/>
          </a:prstGeom>
          <a:noFill/>
          <a:ln w="19050">
            <a:solidFill>
              <a:srgbClr val="A393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solidFill>
                <a:srgbClr val="A393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47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D306516-F2DD-4A8C-B2FF-5DEDD7D08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E-Air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智慧調節系統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9DF6E523-0979-4829-AAFD-E169B1055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0" y="3602038"/>
            <a:ext cx="5555224" cy="1655762"/>
          </a:xfrm>
        </p:spPr>
        <p:txBody>
          <a:bodyPr/>
          <a:lstStyle/>
          <a:p>
            <a:pPr algn="r"/>
            <a:r>
              <a:rPr lang="en-US" altLang="zh-TW" b="1" dirty="0">
                <a:solidFill>
                  <a:srgbClr val="91A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2021 </a:t>
            </a:r>
            <a:r>
              <a:rPr lang="en-US" altLang="zh-TW" b="1" dirty="0" err="1">
                <a:solidFill>
                  <a:srgbClr val="91A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meichuhackathon</a:t>
            </a:r>
            <a:endParaRPr lang="en-US" altLang="zh-TW" b="1" dirty="0">
              <a:solidFill>
                <a:srgbClr val="91A6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b="1" dirty="0">
                <a:solidFill>
                  <a:srgbClr val="91A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原相科技第二組</a:t>
            </a:r>
          </a:p>
        </p:txBody>
      </p:sp>
    </p:spTree>
    <p:extLst>
      <p:ext uri="{BB962C8B-B14F-4D97-AF65-F5344CB8AC3E}">
        <p14:creationId xmlns:p14="http://schemas.microsoft.com/office/powerpoint/2010/main" val="380528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D63121F-79CC-4E89-835A-D81167D202A2}"/>
              </a:ext>
            </a:extLst>
          </p:cNvPr>
          <p:cNvSpPr txBox="1"/>
          <p:nvPr/>
        </p:nvSpPr>
        <p:spPr>
          <a:xfrm>
            <a:off x="354843" y="354843"/>
            <a:ext cx="3998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</p:spTree>
    <p:extLst>
      <p:ext uri="{BB962C8B-B14F-4D97-AF65-F5344CB8AC3E}">
        <p14:creationId xmlns:p14="http://schemas.microsoft.com/office/powerpoint/2010/main" val="2482457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7594095-B5F0-484C-AD62-FACBD99B4D5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193" y="1155942"/>
            <a:ext cx="2081636" cy="208163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D63121F-79CC-4E89-835A-D81167D202A2}"/>
              </a:ext>
            </a:extLst>
          </p:cNvPr>
          <p:cNvSpPr txBox="1"/>
          <p:nvPr/>
        </p:nvSpPr>
        <p:spPr>
          <a:xfrm>
            <a:off x="354843" y="354843"/>
            <a:ext cx="3998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</p:spTree>
    <p:extLst>
      <p:ext uri="{BB962C8B-B14F-4D97-AF65-F5344CB8AC3E}">
        <p14:creationId xmlns:p14="http://schemas.microsoft.com/office/powerpoint/2010/main" val="1893896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7594095-B5F0-484C-AD62-FACBD99B4D5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193" y="1155942"/>
            <a:ext cx="2081636" cy="2081636"/>
          </a:xfrm>
          <a:prstGeom prst="rect">
            <a:avLst/>
          </a:prstGeom>
        </p:spPr>
      </p:pic>
      <p:pic>
        <p:nvPicPr>
          <p:cNvPr id="2050" name="Picture 2" descr="Sleeping free icon">
            <a:extLst>
              <a:ext uri="{FF2B5EF4-FFF2-40B4-BE49-F238E27FC236}">
                <a16:creationId xmlns:a16="http://schemas.microsoft.com/office/drawing/2014/main" id="{868C73AA-B8FE-40D8-8112-3CA2B102D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93" y="3920142"/>
            <a:ext cx="2081636" cy="208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D63121F-79CC-4E89-835A-D81167D202A2}"/>
              </a:ext>
            </a:extLst>
          </p:cNvPr>
          <p:cNvSpPr txBox="1"/>
          <p:nvPr/>
        </p:nvSpPr>
        <p:spPr>
          <a:xfrm>
            <a:off x="354843" y="354843"/>
            <a:ext cx="3998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</p:spTree>
    <p:extLst>
      <p:ext uri="{BB962C8B-B14F-4D97-AF65-F5344CB8AC3E}">
        <p14:creationId xmlns:p14="http://schemas.microsoft.com/office/powerpoint/2010/main" val="39733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7594095-B5F0-484C-AD62-FACBD99B4D5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193" y="1155942"/>
            <a:ext cx="2081636" cy="2081636"/>
          </a:xfrm>
          <a:prstGeom prst="rect">
            <a:avLst/>
          </a:prstGeom>
        </p:spPr>
      </p:pic>
      <p:pic>
        <p:nvPicPr>
          <p:cNvPr id="2050" name="Picture 2" descr="Sleeping free icon">
            <a:extLst>
              <a:ext uri="{FF2B5EF4-FFF2-40B4-BE49-F238E27FC236}">
                <a16:creationId xmlns:a16="http://schemas.microsoft.com/office/drawing/2014/main" id="{868C73AA-B8FE-40D8-8112-3CA2B102D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93" y="3920142"/>
            <a:ext cx="2081636" cy="208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B0E810DE-752C-4041-954E-4925CCDA5112}"/>
              </a:ext>
            </a:extLst>
          </p:cNvPr>
          <p:cNvGrpSpPr/>
          <p:nvPr/>
        </p:nvGrpSpPr>
        <p:grpSpPr>
          <a:xfrm>
            <a:off x="7981010" y="2111991"/>
            <a:ext cx="2634017" cy="2634017"/>
            <a:chOff x="7981010" y="2111991"/>
            <a:chExt cx="2634017" cy="2634017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BDA2182-4CF6-425D-A224-A0305DDCCD8F}"/>
                </a:ext>
              </a:extLst>
            </p:cNvPr>
            <p:cNvSpPr/>
            <p:nvPr/>
          </p:nvSpPr>
          <p:spPr>
            <a:xfrm>
              <a:off x="7981010" y="2111991"/>
              <a:ext cx="2634017" cy="2634017"/>
            </a:xfrm>
            <a:prstGeom prst="ellipse">
              <a:avLst/>
            </a:prstGeom>
            <a:noFill/>
            <a:ln w="38100">
              <a:solidFill>
                <a:srgbClr val="FB8B24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1E345CF9-22F1-4F22-96AF-4F13B654A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7201" y="2551958"/>
              <a:ext cx="2081636" cy="2081636"/>
            </a:xfrm>
            <a:prstGeom prst="rect">
              <a:avLst/>
            </a:prstGeom>
          </p:spPr>
        </p:pic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D63121F-79CC-4E89-835A-D81167D202A2}"/>
              </a:ext>
            </a:extLst>
          </p:cNvPr>
          <p:cNvSpPr txBox="1"/>
          <p:nvPr/>
        </p:nvSpPr>
        <p:spPr>
          <a:xfrm>
            <a:off x="354843" y="354843"/>
            <a:ext cx="3998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</p:spTree>
    <p:extLst>
      <p:ext uri="{BB962C8B-B14F-4D97-AF65-F5344CB8AC3E}">
        <p14:creationId xmlns:p14="http://schemas.microsoft.com/office/powerpoint/2010/main" val="3179593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AO Toolkit | NVIDIA Developer">
            <a:extLst>
              <a:ext uri="{FF2B5EF4-FFF2-40B4-BE49-F238E27FC236}">
                <a16:creationId xmlns:a16="http://schemas.microsoft.com/office/drawing/2014/main" id="{D1F35772-2D7D-4CF1-A33B-8C00C1D80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659" y="3965008"/>
            <a:ext cx="2194092" cy="219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ediaPipe">
            <a:extLst>
              <a:ext uri="{FF2B5EF4-FFF2-40B4-BE49-F238E27FC236}">
                <a16:creationId xmlns:a16="http://schemas.microsoft.com/office/drawing/2014/main" id="{86DC9843-1FD1-4438-98A6-5A269D828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28" b="94872" l="1914" r="98804">
                        <a14:foregroundMark x1="1914" y1="24359" x2="1914" y2="24359"/>
                        <a14:foregroundMark x1="6699" y1="23077" x2="6699" y2="23077"/>
                        <a14:foregroundMark x1="2392" y1="67949" x2="2392" y2="67949"/>
                        <a14:foregroundMark x1="7177" y1="94872" x2="7177" y2="94872"/>
                        <a14:foregroundMark x1="12440" y1="73077" x2="12440" y2="73077"/>
                        <a14:foregroundMark x1="11244" y1="12821" x2="11244" y2="12821"/>
                        <a14:foregroundMark x1="11483" y1="56410" x2="11483" y2="56410"/>
                        <a14:foregroundMark x1="16029" y1="52564" x2="16029" y2="52564"/>
                        <a14:foregroundMark x1="37560" y1="46154" x2="37560" y2="46154"/>
                        <a14:foregroundMark x1="52392" y1="46154" x2="52392" y2="46154"/>
                        <a14:foregroundMark x1="57177" y1="52564" x2="57177" y2="52564"/>
                        <a14:foregroundMark x1="64115" y1="58974" x2="64115" y2="58974"/>
                        <a14:foregroundMark x1="56938" y1="25641" x2="56938" y2="25641"/>
                        <a14:foregroundMark x1="70096" y1="44872" x2="70096" y2="44872"/>
                        <a14:foregroundMark x1="79187" y1="56410" x2="79187" y2="56410"/>
                        <a14:foregroundMark x1="83014" y1="65385" x2="83014" y2="65385"/>
                        <a14:foregroundMark x1="94258" y1="69231" x2="94258" y2="69231"/>
                        <a14:foregroundMark x1="79665" y1="23077" x2="79665" y2="23077"/>
                        <a14:foregroundMark x1="98804" y1="55128" x2="98804" y2="55128"/>
                        <a14:foregroundMark x1="16029" y1="29487" x2="16029" y2="29487"/>
                        <a14:foregroundMark x1="1914" y1="20513" x2="1914" y2="205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0189"/>
          <a:stretch/>
        </p:blipFill>
        <p:spPr bwMode="auto">
          <a:xfrm>
            <a:off x="1217825" y="2961232"/>
            <a:ext cx="788774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54F98AD-31C2-4D78-9868-D41145629F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9" t="11491" r="21390" b="30453"/>
          <a:stretch/>
        </p:blipFill>
        <p:spPr>
          <a:xfrm>
            <a:off x="7233778" y="846377"/>
            <a:ext cx="2006221" cy="2046615"/>
          </a:xfrm>
          <a:prstGeom prst="rect">
            <a:avLst/>
          </a:prstGeom>
        </p:spPr>
      </p:pic>
      <p:pic>
        <p:nvPicPr>
          <p:cNvPr id="10" name="Picture 4" descr="MediaPipe">
            <a:extLst>
              <a:ext uri="{FF2B5EF4-FFF2-40B4-BE49-F238E27FC236}">
                <a16:creationId xmlns:a16="http://schemas.microsoft.com/office/drawing/2014/main" id="{07C47DE7-E8A7-40B8-8FA6-DDBCAD16F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28" b="94872" l="1914" r="98804">
                        <a14:foregroundMark x1="1914" y1="24359" x2="1914" y2="24359"/>
                        <a14:foregroundMark x1="6699" y1="23077" x2="6699" y2="23077"/>
                        <a14:foregroundMark x1="2392" y1="67949" x2="2392" y2="67949"/>
                        <a14:foregroundMark x1="7177" y1="94872" x2="7177" y2="94872"/>
                        <a14:foregroundMark x1="12440" y1="73077" x2="12440" y2="73077"/>
                        <a14:foregroundMark x1="11244" y1="12821" x2="11244" y2="12821"/>
                        <a14:foregroundMark x1="11483" y1="56410" x2="11483" y2="56410"/>
                        <a14:foregroundMark x1="16029" y1="52564" x2="16029" y2="52564"/>
                        <a14:foregroundMark x1="37560" y1="46154" x2="37560" y2="46154"/>
                        <a14:foregroundMark x1="52392" y1="46154" x2="52392" y2="46154"/>
                        <a14:foregroundMark x1="57177" y1="52564" x2="57177" y2="52564"/>
                        <a14:foregroundMark x1="64115" y1="58974" x2="64115" y2="58974"/>
                        <a14:foregroundMark x1="56938" y1="25641" x2="56938" y2="25641"/>
                        <a14:foregroundMark x1="70096" y1="44872" x2="70096" y2="44872"/>
                        <a14:foregroundMark x1="79187" y1="56410" x2="79187" y2="56410"/>
                        <a14:foregroundMark x1="83014" y1="65385" x2="83014" y2="65385"/>
                        <a14:foregroundMark x1="94258" y1="69231" x2="94258" y2="69231"/>
                        <a14:foregroundMark x1="79665" y1="23077" x2="79665" y2="23077"/>
                        <a14:foregroundMark x1="98804" y1="55128" x2="98804" y2="55128"/>
                        <a14:foregroundMark x1="16029" y1="29487" x2="16029" y2="29487"/>
                        <a14:foregroundMark x1="1914" y1="20513" x2="1914" y2="205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11"/>
          <a:stretch/>
        </p:blipFill>
        <p:spPr bwMode="auto">
          <a:xfrm>
            <a:off x="2006599" y="2961232"/>
            <a:ext cx="3192675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193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群組 57">
            <a:extLst>
              <a:ext uri="{FF2B5EF4-FFF2-40B4-BE49-F238E27FC236}">
                <a16:creationId xmlns:a16="http://schemas.microsoft.com/office/drawing/2014/main" id="{2E6E146E-BC3C-485A-82CF-6A9F37DFAE8E}"/>
              </a:ext>
            </a:extLst>
          </p:cNvPr>
          <p:cNvGrpSpPr/>
          <p:nvPr/>
        </p:nvGrpSpPr>
        <p:grpSpPr>
          <a:xfrm>
            <a:off x="2126313" y="286602"/>
            <a:ext cx="7939373" cy="6222954"/>
            <a:chOff x="422156" y="286602"/>
            <a:chExt cx="7939373" cy="622295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6A3B1034-3553-4E65-A824-DA45504478E9}"/>
                </a:ext>
              </a:extLst>
            </p:cNvPr>
            <p:cNvGrpSpPr/>
            <p:nvPr/>
          </p:nvGrpSpPr>
          <p:grpSpPr>
            <a:xfrm>
              <a:off x="566533" y="2391865"/>
              <a:ext cx="1677954" cy="1300902"/>
              <a:chOff x="7983941" y="3480178"/>
              <a:chExt cx="2183642" cy="1692958"/>
            </a:xfrm>
          </p:grpSpPr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81C6ABD7-FED0-4C2D-89E7-9D795025D0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0974" y="3480178"/>
                <a:ext cx="1172265" cy="1172265"/>
              </a:xfrm>
              <a:prstGeom prst="rect">
                <a:avLst/>
              </a:prstGeom>
            </p:spPr>
          </p:pic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8852961-0C95-4072-86DE-B0953FA2AB7A}"/>
                  </a:ext>
                </a:extLst>
              </p:cNvPr>
              <p:cNvSpPr txBox="1"/>
              <p:nvPr/>
            </p:nvSpPr>
            <p:spPr>
              <a:xfrm>
                <a:off x="7983941" y="4652444"/>
                <a:ext cx="2183642" cy="520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night mode</a:t>
                </a:r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257E5FD-96BA-4AE1-A4CF-376AEE943BF6}"/>
                </a:ext>
              </a:extLst>
            </p:cNvPr>
            <p:cNvGrpSpPr/>
            <p:nvPr/>
          </p:nvGrpSpPr>
          <p:grpSpPr>
            <a:xfrm>
              <a:off x="566533" y="3800259"/>
              <a:ext cx="1677954" cy="1300902"/>
              <a:chOff x="7983941" y="3480178"/>
              <a:chExt cx="2183642" cy="1692958"/>
            </a:xfrm>
          </p:grpSpPr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62D7D477-4869-4B1A-89CE-3C0CCEEA4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0974" y="3480178"/>
                <a:ext cx="1172264" cy="1172265"/>
              </a:xfrm>
              <a:prstGeom prst="rect">
                <a:avLst/>
              </a:prstGeom>
            </p:spPr>
          </p:pic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BCADB6A-9829-4F2B-B3DA-057CB9F1D327}"/>
                  </a:ext>
                </a:extLst>
              </p:cNvPr>
              <p:cNvSpPr txBox="1"/>
              <p:nvPr/>
            </p:nvSpPr>
            <p:spPr>
              <a:xfrm>
                <a:off x="7983941" y="4652444"/>
                <a:ext cx="2183642" cy="520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gym mode</a:t>
                </a:r>
              </a:p>
            </p:txBody>
          </p:sp>
        </p:grp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D64D4A0D-56C3-4322-A3CA-C223CC58A018}"/>
                </a:ext>
              </a:extLst>
            </p:cNvPr>
            <p:cNvSpPr txBox="1"/>
            <p:nvPr/>
          </p:nvSpPr>
          <p:spPr>
            <a:xfrm>
              <a:off x="422156" y="6109446"/>
              <a:ext cx="18565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normal mode</a:t>
              </a: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4849BC2A-BBBB-4FE7-824B-78743B5CC4CC}"/>
                </a:ext>
              </a:extLst>
            </p:cNvPr>
            <p:cNvGrpSpPr/>
            <p:nvPr/>
          </p:nvGrpSpPr>
          <p:grpSpPr>
            <a:xfrm>
              <a:off x="477254" y="983470"/>
              <a:ext cx="1856512" cy="1300904"/>
              <a:chOff x="7983941" y="3480177"/>
              <a:chExt cx="2416012" cy="1692961"/>
            </a:xfrm>
          </p:grpSpPr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F1C0E071-5CC8-459A-AC50-6F57AEC04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5814" y="3480177"/>
                <a:ext cx="1172264" cy="1172265"/>
              </a:xfrm>
              <a:prstGeom prst="rect">
                <a:avLst/>
              </a:prstGeom>
            </p:spPr>
          </p:pic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26F9743-5661-44AB-A219-4998D85727FC}"/>
                  </a:ext>
                </a:extLst>
              </p:cNvPr>
              <p:cNvSpPr txBox="1"/>
              <p:nvPr/>
            </p:nvSpPr>
            <p:spPr>
              <a:xfrm>
                <a:off x="7983941" y="4652446"/>
                <a:ext cx="2416012" cy="520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relax mode</a:t>
                </a:r>
              </a:p>
            </p:txBody>
          </p:sp>
        </p:grp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C6D347D-1D85-43F6-BC75-DA300E9267BC}"/>
                </a:ext>
              </a:extLst>
            </p:cNvPr>
            <p:cNvSpPr txBox="1"/>
            <p:nvPr/>
          </p:nvSpPr>
          <p:spPr>
            <a:xfrm>
              <a:off x="2620370" y="286602"/>
              <a:ext cx="2265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風量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12865707-63D3-40A2-A589-2D6595B49430}"/>
                </a:ext>
              </a:extLst>
            </p:cNvPr>
            <p:cNvSpPr txBox="1"/>
            <p:nvPr/>
          </p:nvSpPr>
          <p:spPr>
            <a:xfrm>
              <a:off x="6096000" y="286602"/>
              <a:ext cx="2265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風向</a:t>
              </a:r>
            </a:p>
          </p:txBody>
        </p: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BFE3F0D1-3E3F-4E0B-9C8D-677D22C15192}"/>
                </a:ext>
              </a:extLst>
            </p:cNvPr>
            <p:cNvGrpSpPr/>
            <p:nvPr/>
          </p:nvGrpSpPr>
          <p:grpSpPr>
            <a:xfrm>
              <a:off x="3342562" y="1020327"/>
              <a:ext cx="1307432" cy="829973"/>
              <a:chOff x="3505200" y="1217996"/>
              <a:chExt cx="1049548" cy="666265"/>
            </a:xfrm>
          </p:grpSpPr>
          <p:cxnSp>
            <p:nvCxnSpPr>
              <p:cNvPr id="32" name="直線單箭頭接點 31">
                <a:extLst>
                  <a:ext uri="{FF2B5EF4-FFF2-40B4-BE49-F238E27FC236}">
                    <a16:creationId xmlns:a16="http://schemas.microsoft.com/office/drawing/2014/main" id="{1118F753-995E-4A0F-8449-4C243F0CC1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5200" y="1304662"/>
                <a:ext cx="293604" cy="579599"/>
              </a:xfrm>
              <a:prstGeom prst="straightConnector1">
                <a:avLst/>
              </a:prstGeom>
              <a:ln w="571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>
                <a:extLst>
                  <a:ext uri="{FF2B5EF4-FFF2-40B4-BE49-F238E27FC236}">
                    <a16:creationId xmlns:a16="http://schemas.microsoft.com/office/drawing/2014/main" id="{08934964-5014-4C9F-8F1E-88CC46D866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98804" y="1304661"/>
                <a:ext cx="755944" cy="579600"/>
              </a:xfrm>
              <a:prstGeom prst="straightConnector1">
                <a:avLst/>
              </a:prstGeom>
              <a:ln w="571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19B05754-C88F-4BD5-8EF1-B45D75CD176C}"/>
                  </a:ext>
                </a:extLst>
              </p:cNvPr>
              <p:cNvSpPr/>
              <p:nvPr/>
            </p:nvSpPr>
            <p:spPr>
              <a:xfrm>
                <a:off x="3701437" y="1217996"/>
                <a:ext cx="194734" cy="194734"/>
              </a:xfrm>
              <a:prstGeom prst="ellipse">
                <a:avLst/>
              </a:prstGeom>
              <a:solidFill>
                <a:srgbClr val="4472C4"/>
              </a:solidFill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CB289BCD-9A62-4B97-8699-71E4FCEE40CF}"/>
                </a:ext>
              </a:extLst>
            </p:cNvPr>
            <p:cNvGrpSpPr/>
            <p:nvPr/>
          </p:nvGrpSpPr>
          <p:grpSpPr>
            <a:xfrm>
              <a:off x="3349928" y="2319523"/>
              <a:ext cx="1309492" cy="1045474"/>
              <a:chOff x="3349928" y="2599678"/>
              <a:chExt cx="1309492" cy="1045474"/>
            </a:xfrm>
          </p:grpSpPr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D34EF48E-9C8A-4FBE-AAA2-D5210DA09D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61792" y="2726901"/>
                <a:ext cx="1197628" cy="918251"/>
              </a:xfrm>
              <a:prstGeom prst="straightConnector1">
                <a:avLst/>
              </a:prstGeom>
              <a:ln w="571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4840E916-5776-4F7A-9AE3-80AA0C1D382D}"/>
                  </a:ext>
                </a:extLst>
              </p:cNvPr>
              <p:cNvSpPr/>
              <p:nvPr/>
            </p:nvSpPr>
            <p:spPr>
              <a:xfrm>
                <a:off x="3349928" y="2599678"/>
                <a:ext cx="242582" cy="242582"/>
              </a:xfrm>
              <a:prstGeom prst="ellipse">
                <a:avLst/>
              </a:prstGeom>
              <a:solidFill>
                <a:srgbClr val="4472C4"/>
              </a:solidFill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CC7393DB-B93D-4C4C-9113-190E05C1D25C}"/>
                </a:ext>
              </a:extLst>
            </p:cNvPr>
            <p:cNvGrpSpPr/>
            <p:nvPr/>
          </p:nvGrpSpPr>
          <p:grpSpPr>
            <a:xfrm flipV="1">
              <a:off x="3349928" y="3727917"/>
              <a:ext cx="1309492" cy="1045474"/>
              <a:chOff x="3349928" y="2599678"/>
              <a:chExt cx="1309492" cy="1045474"/>
            </a:xfrm>
          </p:grpSpPr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50A8DCF4-0FFE-491A-B083-68A63EDBDF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61792" y="2726901"/>
                <a:ext cx="1197628" cy="918251"/>
              </a:xfrm>
              <a:prstGeom prst="straightConnector1">
                <a:avLst/>
              </a:prstGeom>
              <a:ln w="571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FC034DC9-9620-46D3-8231-C2A0AA23EB6D}"/>
                  </a:ext>
                </a:extLst>
              </p:cNvPr>
              <p:cNvSpPr/>
              <p:nvPr/>
            </p:nvSpPr>
            <p:spPr>
              <a:xfrm>
                <a:off x="3349928" y="2599678"/>
                <a:ext cx="242582" cy="242582"/>
              </a:xfrm>
              <a:prstGeom prst="ellipse">
                <a:avLst/>
              </a:prstGeom>
              <a:solidFill>
                <a:srgbClr val="4472C4"/>
              </a:solidFill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18375127-BC7E-4AE8-B87B-DFD24B01F8B8}"/>
                </a:ext>
              </a:extLst>
            </p:cNvPr>
            <p:cNvGrpSpPr/>
            <p:nvPr/>
          </p:nvGrpSpPr>
          <p:grpSpPr>
            <a:xfrm flipV="1">
              <a:off x="3342562" y="5737814"/>
              <a:ext cx="1382328" cy="242582"/>
              <a:chOff x="3349928" y="2599678"/>
              <a:chExt cx="1382328" cy="242582"/>
            </a:xfrm>
          </p:grpSpPr>
          <p:cxnSp>
            <p:nvCxnSpPr>
              <p:cNvPr id="48" name="直線單箭頭接點 47">
                <a:extLst>
                  <a:ext uri="{FF2B5EF4-FFF2-40B4-BE49-F238E27FC236}">
                    <a16:creationId xmlns:a16="http://schemas.microsoft.com/office/drawing/2014/main" id="{FC113D7E-EB1A-48F5-B250-0D2977A0D0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61792" y="2726901"/>
                <a:ext cx="1270464" cy="0"/>
              </a:xfrm>
              <a:prstGeom prst="straightConnector1">
                <a:avLst/>
              </a:prstGeom>
              <a:ln w="571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473DB63B-BD90-4A47-97CB-1A05AAD223DB}"/>
                  </a:ext>
                </a:extLst>
              </p:cNvPr>
              <p:cNvSpPr/>
              <p:nvPr/>
            </p:nvSpPr>
            <p:spPr>
              <a:xfrm>
                <a:off x="3349928" y="2599678"/>
                <a:ext cx="242582" cy="242582"/>
              </a:xfrm>
              <a:prstGeom prst="ellipse">
                <a:avLst/>
              </a:prstGeom>
              <a:solidFill>
                <a:srgbClr val="4472C4"/>
              </a:solidFill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CE97DB81-C97C-4863-AB3B-214A62F299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59" t="25966" r="11336"/>
            <a:stretch/>
          </p:blipFill>
          <p:spPr>
            <a:xfrm>
              <a:off x="892931" y="5154908"/>
              <a:ext cx="929627" cy="900791"/>
            </a:xfrm>
            <a:prstGeom prst="rect">
              <a:avLst/>
            </a:prstGeom>
          </p:spPr>
        </p:pic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D5155E19-11CF-4218-BC85-D09207C8BD55}"/>
                </a:ext>
              </a:extLst>
            </p:cNvPr>
            <p:cNvSpPr txBox="1"/>
            <p:nvPr/>
          </p:nvSpPr>
          <p:spPr>
            <a:xfrm>
              <a:off x="6597168" y="1289238"/>
              <a:ext cx="1263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不吹人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3847A194-F142-400D-8FB7-6BF574D97109}"/>
                </a:ext>
              </a:extLst>
            </p:cNvPr>
            <p:cNvSpPr txBox="1"/>
            <p:nvPr/>
          </p:nvSpPr>
          <p:spPr>
            <a:xfrm>
              <a:off x="6597168" y="2705816"/>
              <a:ext cx="1263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不吹人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689CEAA6-33B4-4694-9D6D-88FE7AD1D223}"/>
                </a:ext>
              </a:extLst>
            </p:cNvPr>
            <p:cNvSpPr txBox="1"/>
            <p:nvPr/>
          </p:nvSpPr>
          <p:spPr>
            <a:xfrm>
              <a:off x="6597168" y="4050599"/>
              <a:ext cx="1263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吹人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D7E1135D-4E89-4BBE-AA4D-1DD0DDD83DD9}"/>
                </a:ext>
              </a:extLst>
            </p:cNvPr>
            <p:cNvSpPr txBox="1"/>
            <p:nvPr/>
          </p:nvSpPr>
          <p:spPr>
            <a:xfrm>
              <a:off x="6606595" y="5593672"/>
              <a:ext cx="1263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不吹人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021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31A8C82-CD25-431F-AD3B-433FA8065A2D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6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DEMO</a:t>
            </a:r>
            <a:endParaRPr lang="zh-TW" altLang="en-US" sz="6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8960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 descr="PixArt Imaging Inc.">
            <a:extLst>
              <a:ext uri="{FF2B5EF4-FFF2-40B4-BE49-F238E27FC236}">
                <a16:creationId xmlns:a16="http://schemas.microsoft.com/office/drawing/2014/main" id="{81431521-8327-4067-BDB3-B6EECD0DD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73" y="1241248"/>
            <a:ext cx="3577854" cy="134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3471AB8-C7CA-4FF5-BA8E-94C856B3D0F7}"/>
              </a:ext>
            </a:extLst>
          </p:cNvPr>
          <p:cNvGrpSpPr/>
          <p:nvPr/>
        </p:nvGrpSpPr>
        <p:grpSpPr>
          <a:xfrm>
            <a:off x="1415136" y="3780148"/>
            <a:ext cx="9361729" cy="369332"/>
            <a:chOff x="1316435" y="3780148"/>
            <a:chExt cx="9361729" cy="369332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963620C-D343-475C-8FE9-B54B011D7AF0}"/>
                </a:ext>
              </a:extLst>
            </p:cNvPr>
            <p:cNvSpPr txBox="1"/>
            <p:nvPr/>
          </p:nvSpPr>
          <p:spPr>
            <a:xfrm>
              <a:off x="1316435" y="3780148"/>
              <a:ext cx="3451122" cy="369332"/>
            </a:xfrm>
            <a:prstGeom prst="rect">
              <a:avLst/>
            </a:prstGeom>
            <a:noFill/>
            <a:ln w="28575">
              <a:solidFill>
                <a:srgbClr val="FB8B24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多目標追蹤模組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AFD35D11-6C6D-492E-ADDD-1959D116B626}"/>
                </a:ext>
              </a:extLst>
            </p:cNvPr>
            <p:cNvSpPr txBox="1"/>
            <p:nvPr/>
          </p:nvSpPr>
          <p:spPr>
            <a:xfrm>
              <a:off x="7227042" y="3780148"/>
              <a:ext cx="3451122" cy="369332"/>
            </a:xfrm>
            <a:prstGeom prst="rect">
              <a:avLst/>
            </a:prstGeom>
            <a:noFill/>
            <a:ln w="28575">
              <a:solidFill>
                <a:srgbClr val="FB8B24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遠紅外線傳感器</a:t>
              </a:r>
              <a:endPara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273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43</Words>
  <Application>Microsoft Office PowerPoint</Application>
  <PresentationFormat>寬螢幕</PresentationFormat>
  <Paragraphs>20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新細明體</vt:lpstr>
      <vt:lpstr>Arial</vt:lpstr>
      <vt:lpstr>Calibri</vt:lpstr>
      <vt:lpstr>Calibri Light</vt:lpstr>
      <vt:lpstr>Office 佈景主題</vt:lpstr>
      <vt:lpstr>E-Air 智慧調節系統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鍾承燁</dc:creator>
  <cp:lastModifiedBy>鍾承燁</cp:lastModifiedBy>
  <cp:revision>12</cp:revision>
  <dcterms:created xsi:type="dcterms:W3CDTF">2021-10-24T03:33:29Z</dcterms:created>
  <dcterms:modified xsi:type="dcterms:W3CDTF">2021-10-24T07:24:25Z</dcterms:modified>
</cp:coreProperties>
</file>